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embeddedFontLst>
    <p:embeddedFont>
      <p:font typeface="Josefin Sans" pitchFamily="2" charset="0"/>
      <p:regular r:id="rId17"/>
      <p:bold r:id="rId18"/>
      <p:italic r:id="rId19"/>
      <p:boldItalic r:id="rId20"/>
    </p:embeddedFont>
    <p:embeddedFont>
      <p:font typeface="Work Sans" pitchFamily="2" charset="0"/>
      <p:regular r:id="rId21"/>
      <p:bold r:id="rId22"/>
      <p:italic r:id="rId23"/>
      <p:boldItalic r:id="rId24"/>
    </p:embeddedFont>
    <p:embeddedFont>
      <p:font typeface="Work Sans Medium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y6nkjS+FWDRC+TWfgi22lxM4i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542188A9-A1D6-94BB-5F0A-20E07FCB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>
            <a:extLst>
              <a:ext uri="{FF2B5EF4-FFF2-40B4-BE49-F238E27FC236}">
                <a16:creationId xmlns:a16="http://schemas.microsoft.com/office/drawing/2014/main" id="{4C4F262F-A86D-FA0C-5486-D4E78165F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1:notes">
            <a:extLst>
              <a:ext uri="{FF2B5EF4-FFF2-40B4-BE49-F238E27FC236}">
                <a16:creationId xmlns:a16="http://schemas.microsoft.com/office/drawing/2014/main" id="{2E571AE4-4D56-5320-3C4E-8BC561203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9598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97E3A5C3-AB1A-0F8D-4DC2-C1410D78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56213AAC-39B9-18AB-EE2A-18AF5ECE8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2:notes">
            <a:extLst>
              <a:ext uri="{FF2B5EF4-FFF2-40B4-BE49-F238E27FC236}">
                <a16:creationId xmlns:a16="http://schemas.microsoft.com/office/drawing/2014/main" id="{787C48CF-4E6D-CA31-8B64-AE1CD1857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5061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5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6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95422" y="2551837"/>
            <a:ext cx="645367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CO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CO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Yeyevo</a:t>
            </a:r>
            <a:endParaRPr sz="40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232064" y="810192"/>
            <a:ext cx="3372132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33"/>
              <a:buFont typeface="Arial"/>
              <a:buNone/>
            </a:pPr>
            <a:r>
              <a:rPr lang="es-CO" sz="3733" b="1" i="0" u="none" strike="noStrike" cap="none">
                <a:solidFill>
                  <a:srgbClr val="00324D"/>
                </a:solidFill>
                <a:latin typeface="Work Sans"/>
                <a:ea typeface="Work Sans"/>
                <a:cs typeface="Work Sans"/>
                <a:sym typeface="Work Sans"/>
              </a:rPr>
              <a:t>CONTENIDO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373075" y="1483546"/>
            <a:ext cx="1698928" cy="60959"/>
          </a:xfrm>
          <a:prstGeom prst="rect">
            <a:avLst/>
          </a:prstGeom>
          <a:solidFill>
            <a:srgbClr val="82DE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39A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1267452" y="461057"/>
            <a:ext cx="2234505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s-CO" sz="2667" b="0" i="0" u="none" strike="noStrike" cap="none">
                <a:solidFill>
                  <a:srgbClr val="00324D"/>
                </a:solidFill>
                <a:latin typeface="Work Sans"/>
                <a:ea typeface="Work Sans"/>
                <a:cs typeface="Work Sans"/>
                <a:sym typeface="Work Sans"/>
              </a:rPr>
              <a:t>TABLA 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415047" y="6473523"/>
            <a:ext cx="11413788" cy="0"/>
          </a:xfrm>
          <a:prstGeom prst="straightConnector1">
            <a:avLst/>
          </a:prstGeom>
          <a:noFill/>
          <a:ln w="12700" cap="flat" cmpd="sng">
            <a:solidFill>
              <a:srgbClr val="39A9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grpSp>
        <p:nvGrpSpPr>
          <p:cNvPr id="98" name="Google Shape;98;p3"/>
          <p:cNvGrpSpPr/>
          <p:nvPr/>
        </p:nvGrpSpPr>
        <p:grpSpPr>
          <a:xfrm>
            <a:off x="233911" y="72255"/>
            <a:ext cx="266743" cy="528011"/>
            <a:chOff x="141693" y="266421"/>
            <a:chExt cx="287374" cy="396008"/>
          </a:xfrm>
        </p:grpSpPr>
        <p:cxnSp>
          <p:nvCxnSpPr>
            <p:cNvPr id="99" name="Google Shape;99;p3"/>
            <p:cNvCxnSpPr/>
            <p:nvPr/>
          </p:nvCxnSpPr>
          <p:spPr>
            <a:xfrm>
              <a:off x="141698" y="66242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141697" y="61836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141697" y="57309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141696" y="52902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141696" y="488965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41695" y="44489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41695" y="401282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41694" y="357216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41694" y="31048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08" name="Google Shape;108;p3"/>
            <p:cNvCxnSpPr/>
            <p:nvPr/>
          </p:nvCxnSpPr>
          <p:spPr>
            <a:xfrm>
              <a:off x="141693" y="266421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rgbClr val="39A9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</p:grpSp>
      <p:sp>
        <p:nvSpPr>
          <p:cNvPr id="109" name="Google Shape;109;p3"/>
          <p:cNvSpPr/>
          <p:nvPr/>
        </p:nvSpPr>
        <p:spPr>
          <a:xfrm>
            <a:off x="2661078" y="2665310"/>
            <a:ext cx="2662584" cy="38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</a:pPr>
            <a:r>
              <a:rPr lang="es-CO" sz="1867" b="0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Construcción base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 rot="-5400000">
            <a:off x="-615018" y="1846222"/>
            <a:ext cx="1986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CO" sz="900" b="0" i="0" u="none" strike="noStrike" cap="none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Servicio Nacional de Aprendizaje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4701" y="2464247"/>
            <a:ext cx="788965" cy="7833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2" name="Google Shape;112;p3"/>
          <p:cNvSpPr/>
          <p:nvPr/>
        </p:nvSpPr>
        <p:spPr>
          <a:xfrm>
            <a:off x="1737287" y="2408096"/>
            <a:ext cx="923791" cy="895610"/>
          </a:xfrm>
          <a:prstGeom prst="rect">
            <a:avLst/>
          </a:prstGeom>
          <a:noFill/>
          <a:ln w="19050" cap="flat" cmpd="sng">
            <a:solidFill>
              <a:srgbClr val="82DEF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848647" y="2505390"/>
            <a:ext cx="701072" cy="70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4701" y="3590449"/>
            <a:ext cx="788965" cy="7833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5" name="Google Shape;115;p3"/>
          <p:cNvSpPr/>
          <p:nvPr/>
        </p:nvSpPr>
        <p:spPr>
          <a:xfrm>
            <a:off x="1731735" y="3534298"/>
            <a:ext cx="929343" cy="895610"/>
          </a:xfrm>
          <a:prstGeom prst="rect">
            <a:avLst/>
          </a:prstGeom>
          <a:noFill/>
          <a:ln w="19050" cap="flat" cmpd="sng">
            <a:solidFill>
              <a:srgbClr val="F7F5B5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848647" y="3631592"/>
            <a:ext cx="701072" cy="70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4D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rgbClr val="00324D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4701" y="4716651"/>
            <a:ext cx="788965" cy="7833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8" name="Google Shape;118;p3"/>
          <p:cNvSpPr/>
          <p:nvPr/>
        </p:nvSpPr>
        <p:spPr>
          <a:xfrm>
            <a:off x="1726183" y="4660500"/>
            <a:ext cx="923791" cy="895610"/>
          </a:xfrm>
          <a:prstGeom prst="rect">
            <a:avLst/>
          </a:prstGeom>
          <a:noFill/>
          <a:ln w="19050" cap="flat" cmpd="sng">
            <a:solidFill>
              <a:srgbClr val="385C57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848647" y="4757794"/>
            <a:ext cx="701072" cy="70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" descr="Logotipo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47299" y="469709"/>
            <a:ext cx="1261875" cy="123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2672183" y="3803759"/>
            <a:ext cx="3054059" cy="38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67" b="0" i="0" u="none" strike="noStrike" cap="none" dirty="0" err="1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Insert</a:t>
            </a:r>
            <a:r>
              <a:rPr lang="es-CO" sz="1867" b="0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s-CO" sz="1867" b="0" i="0" u="none" strike="noStrike" cap="none" dirty="0" err="1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Join</a:t>
            </a:r>
            <a:r>
              <a:rPr lang="es-CO" sz="1867" b="0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, Consultas y subconsultas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652760" y="4916128"/>
            <a:ext cx="2662584" cy="38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</a:pPr>
            <a:r>
              <a:rPr lang="es-CO" sz="1867" b="0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Contraseña encriptada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825" y="2448414"/>
            <a:ext cx="788965" cy="7833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4" name="Google Shape;124;p3"/>
          <p:cNvSpPr/>
          <p:nvPr/>
        </p:nvSpPr>
        <p:spPr>
          <a:xfrm>
            <a:off x="6219411" y="2392263"/>
            <a:ext cx="923791" cy="895610"/>
          </a:xfrm>
          <a:prstGeom prst="rect">
            <a:avLst/>
          </a:prstGeom>
          <a:noFill/>
          <a:ln w="19050" cap="flat" cmpd="sng">
            <a:solidFill>
              <a:srgbClr val="FFCE4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330770" y="2489557"/>
            <a:ext cx="745019" cy="70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149475" y="2672326"/>
            <a:ext cx="2650755" cy="38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</a:pPr>
            <a:r>
              <a:rPr lang="es-CO" sz="1867" b="0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Control de versiones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233911" y="382220"/>
            <a:ext cx="266743" cy="528011"/>
            <a:chOff x="141693" y="266421"/>
            <a:chExt cx="287374" cy="396008"/>
          </a:xfrm>
        </p:grpSpPr>
        <p:cxnSp>
          <p:nvCxnSpPr>
            <p:cNvPr id="133" name="Google Shape;133;p4"/>
            <p:cNvCxnSpPr/>
            <p:nvPr/>
          </p:nvCxnSpPr>
          <p:spPr>
            <a:xfrm>
              <a:off x="141698" y="66242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34" name="Google Shape;134;p4"/>
            <p:cNvCxnSpPr/>
            <p:nvPr/>
          </p:nvCxnSpPr>
          <p:spPr>
            <a:xfrm>
              <a:off x="141697" y="61836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35" name="Google Shape;135;p4"/>
            <p:cNvCxnSpPr/>
            <p:nvPr/>
          </p:nvCxnSpPr>
          <p:spPr>
            <a:xfrm>
              <a:off x="141697" y="57309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36" name="Google Shape;136;p4"/>
            <p:cNvCxnSpPr/>
            <p:nvPr/>
          </p:nvCxnSpPr>
          <p:spPr>
            <a:xfrm>
              <a:off x="141696" y="52902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37" name="Google Shape;137;p4"/>
            <p:cNvCxnSpPr/>
            <p:nvPr/>
          </p:nvCxnSpPr>
          <p:spPr>
            <a:xfrm>
              <a:off x="141696" y="488965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38" name="Google Shape;138;p4"/>
            <p:cNvCxnSpPr/>
            <p:nvPr/>
          </p:nvCxnSpPr>
          <p:spPr>
            <a:xfrm>
              <a:off x="141695" y="44489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39" name="Google Shape;139;p4"/>
            <p:cNvCxnSpPr/>
            <p:nvPr/>
          </p:nvCxnSpPr>
          <p:spPr>
            <a:xfrm>
              <a:off x="141695" y="401282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40" name="Google Shape;140;p4"/>
            <p:cNvCxnSpPr/>
            <p:nvPr/>
          </p:nvCxnSpPr>
          <p:spPr>
            <a:xfrm>
              <a:off x="141694" y="357216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41" name="Google Shape;141;p4"/>
            <p:cNvCxnSpPr/>
            <p:nvPr/>
          </p:nvCxnSpPr>
          <p:spPr>
            <a:xfrm>
              <a:off x="141694" y="31048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42" name="Google Shape;142;p4"/>
            <p:cNvCxnSpPr/>
            <p:nvPr/>
          </p:nvCxnSpPr>
          <p:spPr>
            <a:xfrm>
              <a:off x="141693" y="266421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</p:grpSp>
      <p:sp>
        <p:nvSpPr>
          <p:cNvPr id="143" name="Google Shape;143;p4"/>
          <p:cNvSpPr/>
          <p:nvPr/>
        </p:nvSpPr>
        <p:spPr>
          <a:xfrm>
            <a:off x="2802759" y="2258848"/>
            <a:ext cx="2340304" cy="234030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800585" y="2757392"/>
            <a:ext cx="232846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CO" sz="88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284366" y="3065291"/>
            <a:ext cx="6032905" cy="83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None/>
            </a:pPr>
            <a:r>
              <a:rPr lang="es-CO" sz="3733" b="1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Construcción de la base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2561" y="267791"/>
            <a:ext cx="945523" cy="9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 txBox="1"/>
          <p:nvPr/>
        </p:nvSpPr>
        <p:spPr>
          <a:xfrm rot="-5400000">
            <a:off x="-615018" y="1846222"/>
            <a:ext cx="1986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CO" sz="900" b="0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Servicio Nacional de Aprendizaje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Base de datos yeyevo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t="12595" r="1436" b="10757"/>
          <a:stretch/>
        </p:blipFill>
        <p:spPr>
          <a:xfrm>
            <a:off x="329953" y="1420370"/>
            <a:ext cx="11532093" cy="50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6"/>
          <p:cNvGrpSpPr/>
          <p:nvPr/>
        </p:nvGrpSpPr>
        <p:grpSpPr>
          <a:xfrm>
            <a:off x="233911" y="382220"/>
            <a:ext cx="266743" cy="528011"/>
            <a:chOff x="141693" y="266421"/>
            <a:chExt cx="287374" cy="396008"/>
          </a:xfrm>
        </p:grpSpPr>
        <p:cxnSp>
          <p:nvCxnSpPr>
            <p:cNvPr id="160" name="Google Shape;160;p6"/>
            <p:cNvCxnSpPr/>
            <p:nvPr/>
          </p:nvCxnSpPr>
          <p:spPr>
            <a:xfrm>
              <a:off x="141698" y="66242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141697" y="61836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141697" y="57309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141696" y="52902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141696" y="488965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141695" y="44489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141695" y="401282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41694" y="357216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41694" y="31048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41693" y="266421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</p:grpSp>
      <p:sp>
        <p:nvSpPr>
          <p:cNvPr id="170" name="Google Shape;170;p6"/>
          <p:cNvSpPr/>
          <p:nvPr/>
        </p:nvSpPr>
        <p:spPr>
          <a:xfrm>
            <a:off x="2802759" y="2258848"/>
            <a:ext cx="2340304" cy="234030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2800585" y="2757392"/>
            <a:ext cx="232846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CO" sz="88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284366" y="3065291"/>
            <a:ext cx="6032905" cy="83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None/>
            </a:pPr>
            <a:r>
              <a:rPr lang="es-CO" sz="3733" b="1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Insert, join, consultas, subconsultas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2561" y="267791"/>
            <a:ext cx="945523" cy="9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 rot="-5400000">
            <a:off x="-615018" y="1846222"/>
            <a:ext cx="1986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CO" sz="900" b="0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Servicio Nacional de Aprendizaje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Insert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193" y="2899384"/>
            <a:ext cx="11257613" cy="105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Join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8" descr="Una captura de pantalla de una computadora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t="10472" b="5749"/>
          <a:stretch/>
        </p:blipFill>
        <p:spPr>
          <a:xfrm>
            <a:off x="1231692" y="1484027"/>
            <a:ext cx="9728616" cy="458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Consulta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9" descr="Captura de pantalla de computadora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t="10472" b="5749"/>
          <a:stretch/>
        </p:blipFill>
        <p:spPr>
          <a:xfrm>
            <a:off x="797262" y="1558977"/>
            <a:ext cx="9833548" cy="463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Subconsulta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0" descr="Una captura de pantalla de una computadora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t="10253" b="5750"/>
          <a:stretch/>
        </p:blipFill>
        <p:spPr>
          <a:xfrm>
            <a:off x="1396583" y="1209677"/>
            <a:ext cx="9398833" cy="4438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11"/>
          <p:cNvGrpSpPr/>
          <p:nvPr/>
        </p:nvGrpSpPr>
        <p:grpSpPr>
          <a:xfrm>
            <a:off x="233911" y="382220"/>
            <a:ext cx="266743" cy="528011"/>
            <a:chOff x="141693" y="266421"/>
            <a:chExt cx="287374" cy="396008"/>
          </a:xfrm>
        </p:grpSpPr>
        <p:cxnSp>
          <p:nvCxnSpPr>
            <p:cNvPr id="205" name="Google Shape;205;p11"/>
            <p:cNvCxnSpPr/>
            <p:nvPr/>
          </p:nvCxnSpPr>
          <p:spPr>
            <a:xfrm>
              <a:off x="141698" y="66242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6" name="Google Shape;206;p11"/>
            <p:cNvCxnSpPr/>
            <p:nvPr/>
          </p:nvCxnSpPr>
          <p:spPr>
            <a:xfrm>
              <a:off x="141697" y="61836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7" name="Google Shape;207;p11"/>
            <p:cNvCxnSpPr/>
            <p:nvPr/>
          </p:nvCxnSpPr>
          <p:spPr>
            <a:xfrm>
              <a:off x="141697" y="57309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8" name="Google Shape;208;p11"/>
            <p:cNvCxnSpPr/>
            <p:nvPr/>
          </p:nvCxnSpPr>
          <p:spPr>
            <a:xfrm>
              <a:off x="141696" y="52902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9" name="Google Shape;209;p11"/>
            <p:cNvCxnSpPr/>
            <p:nvPr/>
          </p:nvCxnSpPr>
          <p:spPr>
            <a:xfrm>
              <a:off x="141696" y="488965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0" name="Google Shape;210;p11"/>
            <p:cNvCxnSpPr/>
            <p:nvPr/>
          </p:nvCxnSpPr>
          <p:spPr>
            <a:xfrm>
              <a:off x="141695" y="44489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1" name="Google Shape;211;p11"/>
            <p:cNvCxnSpPr/>
            <p:nvPr/>
          </p:nvCxnSpPr>
          <p:spPr>
            <a:xfrm>
              <a:off x="141695" y="401282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2" name="Google Shape;212;p11"/>
            <p:cNvCxnSpPr/>
            <p:nvPr/>
          </p:nvCxnSpPr>
          <p:spPr>
            <a:xfrm>
              <a:off x="141694" y="357216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3" name="Google Shape;213;p11"/>
            <p:cNvCxnSpPr/>
            <p:nvPr/>
          </p:nvCxnSpPr>
          <p:spPr>
            <a:xfrm>
              <a:off x="141694" y="31048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4" name="Google Shape;214;p11"/>
            <p:cNvCxnSpPr/>
            <p:nvPr/>
          </p:nvCxnSpPr>
          <p:spPr>
            <a:xfrm>
              <a:off x="141693" y="266421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</p:grpSp>
      <p:sp>
        <p:nvSpPr>
          <p:cNvPr id="215" name="Google Shape;215;p11"/>
          <p:cNvSpPr/>
          <p:nvPr/>
        </p:nvSpPr>
        <p:spPr>
          <a:xfrm>
            <a:off x="2802759" y="2258848"/>
            <a:ext cx="2340304" cy="234030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2800585" y="2757392"/>
            <a:ext cx="232846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CO" sz="88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284366" y="3065291"/>
            <a:ext cx="6032905" cy="83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None/>
            </a:pPr>
            <a:r>
              <a:rPr lang="es-CO" sz="3733" b="1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Contraseña encriptada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2561" y="267791"/>
            <a:ext cx="945523" cy="9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 rot="-5400000">
            <a:off x="-615018" y="1846222"/>
            <a:ext cx="1986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CO" sz="900" b="0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Servicio Nacional de Aprendizaje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Contraseña encriptada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2" descr="Una captura de pantalla de una computadora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t="10691" b="5748"/>
          <a:stretch/>
        </p:blipFill>
        <p:spPr>
          <a:xfrm>
            <a:off x="764587" y="1103769"/>
            <a:ext cx="9898897" cy="4650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3820" y="5957375"/>
            <a:ext cx="5220429" cy="504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8B70B978-6AC8-AB5C-0A32-91E2355D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>
            <a:extLst>
              <a:ext uri="{FF2B5EF4-FFF2-40B4-BE49-F238E27FC236}">
                <a16:creationId xmlns:a16="http://schemas.microsoft.com/office/drawing/2014/main" id="{F72C1921-CA0C-B0D6-5003-CC15C969A3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11">
            <a:extLst>
              <a:ext uri="{FF2B5EF4-FFF2-40B4-BE49-F238E27FC236}">
                <a16:creationId xmlns:a16="http://schemas.microsoft.com/office/drawing/2014/main" id="{C247BB4A-77A6-E5D2-7B70-370F3FC9E705}"/>
              </a:ext>
            </a:extLst>
          </p:cNvPr>
          <p:cNvGrpSpPr/>
          <p:nvPr/>
        </p:nvGrpSpPr>
        <p:grpSpPr>
          <a:xfrm>
            <a:off x="233911" y="382220"/>
            <a:ext cx="266743" cy="528011"/>
            <a:chOff x="141693" y="266421"/>
            <a:chExt cx="287374" cy="396008"/>
          </a:xfrm>
        </p:grpSpPr>
        <p:cxnSp>
          <p:nvCxnSpPr>
            <p:cNvPr id="205" name="Google Shape;205;p11">
              <a:extLst>
                <a:ext uri="{FF2B5EF4-FFF2-40B4-BE49-F238E27FC236}">
                  <a16:creationId xmlns:a16="http://schemas.microsoft.com/office/drawing/2014/main" id="{4402DFBA-B380-C571-DE9A-9AEF4E318BCF}"/>
                </a:ext>
              </a:extLst>
            </p:cNvPr>
            <p:cNvCxnSpPr/>
            <p:nvPr/>
          </p:nvCxnSpPr>
          <p:spPr>
            <a:xfrm>
              <a:off x="141698" y="66242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6" name="Google Shape;206;p11">
              <a:extLst>
                <a:ext uri="{FF2B5EF4-FFF2-40B4-BE49-F238E27FC236}">
                  <a16:creationId xmlns:a16="http://schemas.microsoft.com/office/drawing/2014/main" id="{71960ADE-AF15-6177-DC28-DB759F58D4DC}"/>
                </a:ext>
              </a:extLst>
            </p:cNvPr>
            <p:cNvCxnSpPr/>
            <p:nvPr/>
          </p:nvCxnSpPr>
          <p:spPr>
            <a:xfrm>
              <a:off x="141697" y="61836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7" name="Google Shape;207;p11">
              <a:extLst>
                <a:ext uri="{FF2B5EF4-FFF2-40B4-BE49-F238E27FC236}">
                  <a16:creationId xmlns:a16="http://schemas.microsoft.com/office/drawing/2014/main" id="{D1721026-2338-08F6-9065-A0DD4E864B5E}"/>
                </a:ext>
              </a:extLst>
            </p:cNvPr>
            <p:cNvCxnSpPr/>
            <p:nvPr/>
          </p:nvCxnSpPr>
          <p:spPr>
            <a:xfrm>
              <a:off x="141697" y="573093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8" name="Google Shape;208;p11">
              <a:extLst>
                <a:ext uri="{FF2B5EF4-FFF2-40B4-BE49-F238E27FC236}">
                  <a16:creationId xmlns:a16="http://schemas.microsoft.com/office/drawing/2014/main" id="{5FF7694C-4D7F-E37D-3F13-E47AD705DE7C}"/>
                </a:ext>
              </a:extLst>
            </p:cNvPr>
            <p:cNvCxnSpPr/>
            <p:nvPr/>
          </p:nvCxnSpPr>
          <p:spPr>
            <a:xfrm>
              <a:off x="141696" y="52902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09" name="Google Shape;209;p11">
              <a:extLst>
                <a:ext uri="{FF2B5EF4-FFF2-40B4-BE49-F238E27FC236}">
                  <a16:creationId xmlns:a16="http://schemas.microsoft.com/office/drawing/2014/main" id="{0D034388-A63D-C66D-8C07-91FB184B75AA}"/>
                </a:ext>
              </a:extLst>
            </p:cNvPr>
            <p:cNvCxnSpPr/>
            <p:nvPr/>
          </p:nvCxnSpPr>
          <p:spPr>
            <a:xfrm>
              <a:off x="141696" y="488965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0" name="Google Shape;210;p11">
              <a:extLst>
                <a:ext uri="{FF2B5EF4-FFF2-40B4-BE49-F238E27FC236}">
                  <a16:creationId xmlns:a16="http://schemas.microsoft.com/office/drawing/2014/main" id="{59E015D9-C59E-93C9-80A3-07059F07CD54}"/>
                </a:ext>
              </a:extLst>
            </p:cNvPr>
            <p:cNvCxnSpPr/>
            <p:nvPr/>
          </p:nvCxnSpPr>
          <p:spPr>
            <a:xfrm>
              <a:off x="141695" y="444899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1" name="Google Shape;211;p11">
              <a:extLst>
                <a:ext uri="{FF2B5EF4-FFF2-40B4-BE49-F238E27FC236}">
                  <a16:creationId xmlns:a16="http://schemas.microsoft.com/office/drawing/2014/main" id="{1CEED4CC-257C-1B30-C353-5F7FE1101C92}"/>
                </a:ext>
              </a:extLst>
            </p:cNvPr>
            <p:cNvCxnSpPr/>
            <p:nvPr/>
          </p:nvCxnSpPr>
          <p:spPr>
            <a:xfrm>
              <a:off x="141695" y="401282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2" name="Google Shape;212;p11">
              <a:extLst>
                <a:ext uri="{FF2B5EF4-FFF2-40B4-BE49-F238E27FC236}">
                  <a16:creationId xmlns:a16="http://schemas.microsoft.com/office/drawing/2014/main" id="{719E38DE-93D7-5BDC-62B5-86B10FB43465}"/>
                </a:ext>
              </a:extLst>
            </p:cNvPr>
            <p:cNvCxnSpPr/>
            <p:nvPr/>
          </p:nvCxnSpPr>
          <p:spPr>
            <a:xfrm>
              <a:off x="141694" y="357216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3" name="Google Shape;213;p11">
              <a:extLst>
                <a:ext uri="{FF2B5EF4-FFF2-40B4-BE49-F238E27FC236}">
                  <a16:creationId xmlns:a16="http://schemas.microsoft.com/office/drawing/2014/main" id="{B6B41723-0C02-0065-2485-B2A2903BE7A4}"/>
                </a:ext>
              </a:extLst>
            </p:cNvPr>
            <p:cNvCxnSpPr/>
            <p:nvPr/>
          </p:nvCxnSpPr>
          <p:spPr>
            <a:xfrm>
              <a:off x="141694" y="310487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  <p:cxnSp>
          <p:nvCxnSpPr>
            <p:cNvPr id="214" name="Google Shape;214;p11">
              <a:extLst>
                <a:ext uri="{FF2B5EF4-FFF2-40B4-BE49-F238E27FC236}">
                  <a16:creationId xmlns:a16="http://schemas.microsoft.com/office/drawing/2014/main" id="{FA17BE15-1D50-049F-E526-7DFAB786DF6C}"/>
                </a:ext>
              </a:extLst>
            </p:cNvPr>
            <p:cNvCxnSpPr/>
            <p:nvPr/>
          </p:nvCxnSpPr>
          <p:spPr>
            <a:xfrm>
              <a:off x="141693" y="266421"/>
              <a:ext cx="287369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20000" sx="1000" sy="1000" rotWithShape="0">
                <a:srgbClr val="000000"/>
              </a:outerShdw>
            </a:effectLst>
          </p:spPr>
        </p:cxnSp>
      </p:grp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54DB6570-54FE-2490-1181-FC2C40A8C396}"/>
              </a:ext>
            </a:extLst>
          </p:cNvPr>
          <p:cNvSpPr/>
          <p:nvPr/>
        </p:nvSpPr>
        <p:spPr>
          <a:xfrm>
            <a:off x="2802759" y="2258848"/>
            <a:ext cx="2340304" cy="234030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3000"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98B1EC87-6A1B-FED4-0214-EB63114601E6}"/>
              </a:ext>
            </a:extLst>
          </p:cNvPr>
          <p:cNvSpPr txBox="1"/>
          <p:nvPr/>
        </p:nvSpPr>
        <p:spPr>
          <a:xfrm>
            <a:off x="2800585" y="2757392"/>
            <a:ext cx="2328465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CO" sz="88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04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83CD9C2-776B-1660-A34E-6A8F802EBFD3}"/>
              </a:ext>
            </a:extLst>
          </p:cNvPr>
          <p:cNvSpPr/>
          <p:nvPr/>
        </p:nvSpPr>
        <p:spPr>
          <a:xfrm>
            <a:off x="5284366" y="3065291"/>
            <a:ext cx="6032905" cy="83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None/>
            </a:pPr>
            <a:r>
              <a:rPr lang="es-CO" sz="3733" b="1" dirty="0">
                <a:solidFill>
                  <a:schemeClr val="lt1"/>
                </a:solidFill>
                <a:latin typeface="Josefin Sans"/>
                <a:sym typeface="Josefin Sans"/>
              </a:rPr>
              <a:t>Control de versiones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1">
            <a:extLst>
              <a:ext uri="{FF2B5EF4-FFF2-40B4-BE49-F238E27FC236}">
                <a16:creationId xmlns:a16="http://schemas.microsoft.com/office/drawing/2014/main" id="{B4E331CD-51FC-92DD-8CA0-66A2A1812F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2561" y="267791"/>
            <a:ext cx="945523" cy="9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>
            <a:extLst>
              <a:ext uri="{FF2B5EF4-FFF2-40B4-BE49-F238E27FC236}">
                <a16:creationId xmlns:a16="http://schemas.microsoft.com/office/drawing/2014/main" id="{72C7EF8C-B714-6EFC-83CE-465F62E2966B}"/>
              </a:ext>
            </a:extLst>
          </p:cNvPr>
          <p:cNvSpPr txBox="1"/>
          <p:nvPr/>
        </p:nvSpPr>
        <p:spPr>
          <a:xfrm rot="-5400000">
            <a:off x="-615018" y="1846222"/>
            <a:ext cx="1986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CO" sz="900" b="0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Servicio Nacional de Aprendizaje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764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>
          <a:extLst>
            <a:ext uri="{FF2B5EF4-FFF2-40B4-BE49-F238E27FC236}">
              <a16:creationId xmlns:a16="http://schemas.microsoft.com/office/drawing/2014/main" id="{4BF2D887-6229-553D-7B08-C3FAE8FB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C39BE22D-0C26-141C-58F5-66E2F44E85AF}"/>
              </a:ext>
            </a:extLst>
          </p:cNvPr>
          <p:cNvSpPr txBox="1"/>
          <p:nvPr/>
        </p:nvSpPr>
        <p:spPr>
          <a:xfrm>
            <a:off x="456236" y="395730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 sz="4400" dirty="0">
                <a:solidFill>
                  <a:srgbClr val="0C0C0C"/>
                </a:solidFill>
                <a:latin typeface="Work Sans Medium"/>
                <a:sym typeface="Work Sans Medium"/>
              </a:rPr>
              <a:t>Control de versiones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F2656C-E96F-A8DB-E90F-695A2909A3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10" b="5749"/>
          <a:stretch/>
        </p:blipFill>
        <p:spPr>
          <a:xfrm>
            <a:off x="1224482" y="1700099"/>
            <a:ext cx="8979108" cy="420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1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3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82</Words>
  <Application>Microsoft Office PowerPoint</Application>
  <PresentationFormat>Panorámica</PresentationFormat>
  <Paragraphs>34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Work Sans</vt:lpstr>
      <vt:lpstr>Work Sans Medium</vt:lpstr>
      <vt:lpstr>Arial</vt:lpstr>
      <vt:lpstr>Josefin Sans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Hanner Javid Causil Palacio</cp:lastModifiedBy>
  <cp:revision>2</cp:revision>
  <dcterms:modified xsi:type="dcterms:W3CDTF">2024-09-20T06:14:19Z</dcterms:modified>
</cp:coreProperties>
</file>